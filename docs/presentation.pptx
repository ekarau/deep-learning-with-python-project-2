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21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with Python — Project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MRI Segmentation on ACDC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2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five-block pipeline, an ablation study and an honest result.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01168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2109" y="3074997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Selvinaz Sayın (220901755)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Karaurgan (229910141)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Vedat Efe Gezer (229910158)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Emin Akkaya (2309011036)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Bayram Selim Yılmaz (2309011053)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 — Istinye University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SWE012, Spring 2026 — Instructor: Asst. Prof. Dr. Yigit Bekir Kaya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speaks for 3:00.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actually predicting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ACDC benchmark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patients · cine cardiac MRI · 5 phenotypes (NOR, MINF, DCM, HCM, ARV).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Voxel-wise 4-class segmentation: background, right ventricle, myocardium, left ventricle.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50 train / test · ~28 cine frames per patient · severe foreground/background imbalance.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100 labelled training patients — a small-data, high-capacity regime where the wins come from inductive bias and regularisation, not from extra parameters.</a:t>
            </a:r>
            <a:endParaRPr lang="en-US" sz="1200" dirty="0"/>
          </a:p>
        </p:txBody>
      </p:sp>
      <p:pic>
        <p:nvPicPr>
          <p:cNvPr id="6" name="Image 0" descr="eda_slice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91640"/>
            <a:ext cx="402336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MRI slices with expert ground-truth overlays (RV / MYO / LV).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blocks, one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U-Net backbone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 + InstanceNorm + LeakyReLU. Volumetric skips preserve inter-slice anatomy.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85416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95144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95144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 pretrain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95144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encoder init — reconstructs clean voxels from Gaussian + dropout corruption.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2192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 bottleneck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recurrence over the cine cycle; convolutional gates keep spatial 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58968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568696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68696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skip gates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gating re-weights encoder features before decoder concatenation.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95744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205472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05472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diagnosis head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05472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Reparameterised latent then 5-class phenotype, KL-regularised against N(0,I).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24612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Soft-Dice + cross-entropy on the segmentation head; classification CE + KL on the VAE head.   </a:t>
            </a: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Adam (1e-4), 5-epoch warm-up + cosine annealing, dropout 0.2, weight decay 1e-5, InstanceNorm, early stopping on validation Dice.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completed model is the baseline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0.8576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validation Dice — 3D U-Net baseline, fold 0, seed 42, 100 epochs.</a:t>
            </a:r>
            <a:endParaRPr lang="en-US" sz="1050" dirty="0"/>
          </a:p>
        </p:txBody>
      </p:sp>
      <p:pic>
        <p:nvPicPr>
          <p:cNvPr id="6" name="Image 0" descr="baselin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4206240" cy="1115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965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100-epoch training loss and per-class validation Dice (RV / MYO / LV).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120640" y="1691640"/>
            <a:ext cx="347472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1206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U-Net baseline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21488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0.8576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2064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five-block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24688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20640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autoencoder pretrain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52360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2064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ConvLSTM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452360" y="3108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1206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gates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52360" y="3429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206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VAE branch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52360" y="3749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0.7364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</a:t>
            </a:r>
            <a:r>
              <a:rPr lang="en-US" sz="11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Capacity alone did not buy Dice — the simplest discriminative architecture wins this small-data regime.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heavy model loses to baseline</a:t>
            </a:r>
            <a:endParaRPr lang="en-US" sz="2600" dirty="0"/>
          </a:p>
        </p:txBody>
      </p:sp>
      <p:pic>
        <p:nvPicPr>
          <p:cNvPr id="4" name="Image 0" descr="ablati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93776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60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ablation/results/all_runs.csv.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ABLATION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0" y="19659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remove AE pretraining: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0.7412  →  0.8555 Dice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mismatch.</a:t>
            </a: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denoising MSE objective is a smoothness prior — it minimises pixel-wise reconstruction error, which biases the encoder toward low-frequency features. Cardiac segmentation depends on the high-frequency myocardial wall, so the pretrained init is a worse starting point than random + Kaiming for this loss surface.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willing to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SUPPORT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3D U-Net at 0.8576 mean Dice on fold 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auxiliary objectives can hurt the primary metric when the inductive biases disagree.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AE pretraining recovers almost all of the baseline gap — the diagnostic signal is clear.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fold, single seed — no 5-fold variance estimate yet.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 tested on ED/ES frames, not the full cine sequence — the temporal claim is unsettled.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cross-centre evaluation (e.g. M&amp;Ms) — generalisation is open.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Happy to take questions on the ablation or the training protocol.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Ekran Gösterisi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ACDC Cardiac MRI — Ablation Study</dc:title>
  <dc:subject>PptxGenJS Presentation</dc:subject>
  <dc:creator>Selim Yilmaz et al.</dc:creator>
  <cp:lastModifiedBy>Mehmet Emin AKKAYA</cp:lastModifiedBy>
  <cp:revision>2</cp:revision>
  <dcterms:created xsi:type="dcterms:W3CDTF">2026-05-21T05:01:26Z</dcterms:created>
  <dcterms:modified xsi:type="dcterms:W3CDTF">2026-05-21T12:29:08Z</dcterms:modified>
</cp:coreProperties>
</file>